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5" r:id="rId4"/>
    <p:sldId id="266" r:id="rId5"/>
    <p:sldId id="267" r:id="rId6"/>
    <p:sldId id="268" r:id="rId7"/>
    <p:sldId id="270" r:id="rId8"/>
    <p:sldId id="271" r:id="rId9"/>
    <p:sldId id="272" r:id="rId10"/>
    <p:sldId id="273" r:id="rId11"/>
    <p:sldId id="275" r:id="rId12"/>
    <p:sldId id="276" r:id="rId13"/>
    <p:sldId id="277" r:id="rId14"/>
    <p:sldId id="278" r:id="rId15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49"/>
    <p:restoredTop sz="94701"/>
  </p:normalViewPr>
  <p:slideViewPr>
    <p:cSldViewPr>
      <p:cViewPr varScale="1">
        <p:scale>
          <a:sx n="118" d="100"/>
          <a:sy n="118" d="100"/>
        </p:scale>
        <p:origin x="224" y="51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4899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521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C40A-1C6A-4B52-1628-F31581A0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168F631-6633-F0AB-117B-BE1339E5E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C8197F2-4377-DF43-0AF3-109765B45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E1A831-5C26-6E3E-D9DC-49E7354014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74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3C7537F-8F8F-4855-8202-10BE4D9E024A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36000" tIns="36000" rIns="36000" bIns="3600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60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327E907-E825-4BEA-A06A-F60E705763D6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_OBJEC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5" name="PlaceHolder 6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C771967-C786-4657-95DE-4E24D32CAA61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WO_OBJECTS_WITH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1" name="PlaceHolder 6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2" name="PlaceHolder 7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3" name="PlaceHolder 8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499BD5A-1A02-4EA6-9E9E-ACD911A0C2F3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OBJECT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D7A5E01-64B5-4E95-B252-6966C2FA7755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PICTURE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DD2252B-3676-4B8D-9AEC-DE27AD2BED86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 bwMode="auto">
          <a:xfrm rot="5400000">
            <a:off x="3920760" y="-1256040"/>
            <a:ext cx="4350600" cy="1051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AD00CC3-21C9-4D5C-B04A-41DE5DC29B83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_TITLE_AND_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 bwMode="auto">
          <a:xfrm rot="5400000">
            <a:off x="7133760" y="1956240"/>
            <a:ext cx="5811120" cy="262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 bwMode="auto">
          <a:xfrm rot="5400000">
            <a:off x="1800360" y="-596160"/>
            <a:ext cx="5811120" cy="77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CF4C71A-1802-46DD-8279-7EF8C9B8608B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" name="Google Shape;73;p2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74;p2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75;p2"/>
          <p:cNvSpPr/>
          <p:nvPr/>
        </p:nvSpPr>
        <p:spPr bwMode="auto">
          <a:xfrm>
            <a:off x="522360" y="929879"/>
            <a:ext cx="1094796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>
                <a:solidFill>
                  <a:srgbClr val="082326"/>
                </a:solidFill>
                <a:latin typeface="Montserrat ExtraBold"/>
                <a:ea typeface="Montserrat ExtraBold"/>
              </a:rPr>
              <a:t>Shortlist кандидатов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76;p2"/>
          <p:cNvSpPr/>
          <p:nvPr/>
        </p:nvSpPr>
        <p:spPr bwMode="auto">
          <a:xfrm>
            <a:off x="527400" y="1364040"/>
            <a:ext cx="109432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800" b="1" u="none" strike="noStrike">
                <a:solidFill>
                  <a:schemeClr val="dk1"/>
                </a:solidFill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" name="Google Shape;77;p2"/>
          <p:cNvCxnSpPr>
            <a:cxnSpLocks/>
          </p:cNvCxnSpPr>
          <p:nvPr/>
        </p:nvCxnSpPr>
        <p:spPr bwMode="auto">
          <a:xfrm>
            <a:off x="0" y="34502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7" name="Google Shape;78;p2"/>
          <p:cNvCxnSpPr>
            <a:cxnSpLocks/>
          </p:cNvCxnSpPr>
          <p:nvPr/>
        </p:nvCxnSpPr>
        <p:spPr bwMode="auto">
          <a:xfrm>
            <a:off x="0" y="41630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9;p2"/>
          <p:cNvCxnSpPr>
            <a:cxnSpLocks/>
          </p:cNvCxnSpPr>
          <p:nvPr/>
        </p:nvCxnSpPr>
        <p:spPr bwMode="auto">
          <a:xfrm>
            <a:off x="0" y="48758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59" name="Google Shape;80;p2"/>
          <p:cNvSpPr/>
          <p:nvPr/>
        </p:nvSpPr>
        <p:spPr bwMode="auto">
          <a:xfrm>
            <a:off x="522360" y="2203200"/>
            <a:ext cx="200772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Название проекта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1;p2"/>
          <p:cNvSpPr/>
          <p:nvPr/>
        </p:nvSpPr>
        <p:spPr bwMode="auto">
          <a:xfrm>
            <a:off x="4216680" y="2203200"/>
            <a:ext cx="270216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Какую бизнес-задачу решаем?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2"/>
          <p:cNvSpPr/>
          <p:nvPr/>
        </p:nvSpPr>
        <p:spPr bwMode="auto">
          <a:xfrm>
            <a:off x="8605080" y="2203200"/>
            <a:ext cx="336024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Краткое описание </a:t>
            </a:r>
            <a:br>
              <a:rPr sz="1400"/>
            </a:br>
            <a:r>
              <a:rPr lang="ru-RU" sz="1200" b="1" u="none" strike="noStrike">
                <a:solidFill>
                  <a:schemeClr val="dk1"/>
                </a:solidFill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lang="ru-RU" sz="12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" name="Google Shape;83;p2"/>
          <p:cNvCxnSpPr>
            <a:cxnSpLocks/>
          </p:cNvCxnSpPr>
          <p:nvPr/>
        </p:nvCxnSpPr>
        <p:spPr bwMode="auto">
          <a:xfrm>
            <a:off x="87840" y="558828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3" name="Google Shape;84;p2"/>
          <p:cNvCxnSpPr>
            <a:cxnSpLocks/>
          </p:cNvCxnSpPr>
          <p:nvPr/>
        </p:nvCxnSpPr>
        <p:spPr bwMode="auto">
          <a:xfrm flipV="1">
            <a:off x="334548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5;p2"/>
          <p:cNvCxnSpPr>
            <a:cxnSpLocks/>
          </p:cNvCxnSpPr>
          <p:nvPr/>
        </p:nvCxnSpPr>
        <p:spPr bwMode="auto">
          <a:xfrm flipV="1">
            <a:off x="770400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5" name="Google Shape;86;p2"/>
          <p:cNvPicPr/>
          <p:nvPr/>
        </p:nvPicPr>
        <p:blipFill>
          <a:blip r:embed="rId4"/>
          <a:srcRect l="10" r="7"/>
          <a:stretch/>
        </p:blipFill>
        <p:spPr bwMode="auto">
          <a:xfrm>
            <a:off x="1080" y="286613"/>
            <a:ext cx="121892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 bwMode="auto">
          <a:xfrm>
            <a:off x="635040" y="1991160"/>
            <a:ext cx="8900279" cy="27995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5400" b="1" dirty="0">
                <a:solidFill>
                  <a:srgbClr val="082326"/>
                </a:solidFill>
                <a:latin typeface="Montserrat"/>
                <a:ea typeface="Montserrat"/>
              </a:rPr>
              <a:t>Разработка интернет-магазина </a:t>
            </a:r>
            <a:r>
              <a:rPr lang="en-US" sz="5400" b="1" dirty="0" err="1">
                <a:solidFill>
                  <a:srgbClr val="082326"/>
                </a:solidFill>
                <a:latin typeface="Montserrat"/>
                <a:ea typeface="Montserrat"/>
              </a:rPr>
              <a:t>DogFood</a:t>
            </a:r>
            <a:endParaRPr lang="ru-RU" sz="5400" b="0" u="none" strike="noStrike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89;p2"/>
          <p:cNvSpPr/>
          <p:nvPr/>
        </p:nvSpPr>
        <p:spPr bwMode="auto">
          <a:xfrm>
            <a:off x="527400" y="5784120"/>
            <a:ext cx="8077680" cy="7872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3600" b="0" u="none" strike="noStrike" dirty="0">
                <a:solidFill>
                  <a:srgbClr val="082326"/>
                </a:solidFill>
                <a:latin typeface="Montserrat"/>
                <a:ea typeface="Montserrat"/>
              </a:rPr>
              <a:t>Соломин Евгений Дмитриевич</a:t>
            </a: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14576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r>
              <a:rPr lang="ru-RU" b="1" dirty="0"/>
              <a:t>Core</a:t>
            </a:r>
            <a:r>
              <a:rPr lang="ru-RU" dirty="0"/>
              <a:t>: </a:t>
            </a:r>
            <a:r>
              <a:rPr lang="ru-RU" dirty="0" err="1"/>
              <a:t>React</a:t>
            </a:r>
            <a:r>
              <a:rPr lang="ru-RU" dirty="0"/>
              <a:t> 19, </a:t>
            </a:r>
            <a:r>
              <a:rPr lang="ru-RU" dirty="0" err="1"/>
              <a:t>TypeScript</a:t>
            </a:r>
            <a:r>
              <a:rPr lang="ru-RU" dirty="0"/>
              <a:t>, </a:t>
            </a:r>
            <a:r>
              <a:rPr lang="ru-RU" dirty="0" err="1"/>
              <a:t>Redux</a:t>
            </a:r>
            <a:r>
              <a:rPr lang="ru-RU" dirty="0"/>
              <a:t> </a:t>
            </a:r>
            <a:r>
              <a:rPr lang="ru-RU" dirty="0" err="1"/>
              <a:t>Toolkit</a:t>
            </a:r>
            <a:r>
              <a:rPr lang="ru-RU" dirty="0"/>
              <a:t> (RTK </a:t>
            </a:r>
            <a:r>
              <a:rPr lang="ru-RU" dirty="0" err="1"/>
              <a:t>Query</a:t>
            </a:r>
            <a:r>
              <a:rPr lang="ru-RU" dirty="0"/>
              <a:t>)</a:t>
            </a:r>
          </a:p>
          <a:p>
            <a:r>
              <a:rPr lang="ru-RU" b="1" dirty="0" err="1"/>
              <a:t>Styling</a:t>
            </a:r>
            <a:r>
              <a:rPr lang="ru-RU" dirty="0"/>
              <a:t>: CSS </a:t>
            </a:r>
            <a:r>
              <a:rPr lang="ru-RU" dirty="0" err="1"/>
              <a:t>Modules</a:t>
            </a:r>
            <a:r>
              <a:rPr lang="ru-RU" dirty="0"/>
              <a:t> + </a:t>
            </a:r>
            <a:r>
              <a:rPr lang="ru-RU" dirty="0" err="1"/>
              <a:t>classnames</a:t>
            </a:r>
            <a:endParaRPr lang="ru-RU" dirty="0"/>
          </a:p>
          <a:p>
            <a:r>
              <a:rPr lang="ru-RU" b="1" dirty="0" err="1"/>
              <a:t>Routing</a:t>
            </a:r>
            <a:r>
              <a:rPr lang="ru-RU" dirty="0"/>
              <a:t>: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Router</a:t>
            </a:r>
            <a:r>
              <a:rPr lang="ru-RU" dirty="0"/>
              <a:t> DOM v6</a:t>
            </a:r>
          </a:p>
          <a:p>
            <a:r>
              <a:rPr lang="ru-RU" b="1" dirty="0" err="1"/>
              <a:t>Build</a:t>
            </a:r>
            <a:r>
              <a:rPr lang="ru-RU" dirty="0"/>
              <a:t>: </a:t>
            </a:r>
            <a:r>
              <a:rPr lang="ru-RU" dirty="0" err="1"/>
              <a:t>Webpack</a:t>
            </a:r>
            <a:r>
              <a:rPr lang="ru-RU" dirty="0"/>
              <a:t>, </a:t>
            </a:r>
            <a:r>
              <a:rPr lang="ru-RU" dirty="0" err="1"/>
              <a:t>Vite</a:t>
            </a:r>
            <a:r>
              <a:rPr lang="ru-RU" dirty="0"/>
              <a:t>/</a:t>
            </a:r>
            <a:r>
              <a:rPr lang="ru-RU" dirty="0" err="1"/>
              <a:t>ESBuild</a:t>
            </a:r>
            <a:endParaRPr lang="ru-RU" dirty="0"/>
          </a:p>
          <a:p>
            <a:r>
              <a:rPr lang="ru-RU" b="1" dirty="0"/>
              <a:t>Architecture</a:t>
            </a:r>
            <a:r>
              <a:rPr lang="ru-RU" dirty="0"/>
              <a:t>: </a:t>
            </a:r>
            <a:r>
              <a:rPr lang="ru-RU" dirty="0" err="1"/>
              <a:t>Feature-Sliced</a:t>
            </a:r>
            <a:r>
              <a:rPr lang="ru-RU" dirty="0"/>
              <a:t> Design (FSD)</a:t>
            </a: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Используемые технологии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Форма логина и регистрации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A51E6A-2E19-28EC-227C-75EC45123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22" y="2293590"/>
            <a:ext cx="4314428" cy="419313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691EBD-8190-4D54-0FF6-81D64EF70F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952" y="2435565"/>
            <a:ext cx="3888432" cy="405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6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Страница каталога товаров 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73DC96-D42E-756D-4C98-02BD7CD1F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38" y="2257355"/>
            <a:ext cx="7634912" cy="433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6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Вид страницы товаров после обращения к поиску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832CEC-802F-3F09-F890-7CCB2CB9E4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14" y="2276811"/>
            <a:ext cx="7634218" cy="454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Вид карточки товара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E5A97C-4B8A-D2D0-D627-671BFF897C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09" y="2276872"/>
            <a:ext cx="8293003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18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Блок отзывов карточки товара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015A73-28ED-DCE7-ABE3-653FE4A6A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22" y="2099936"/>
            <a:ext cx="2722420" cy="458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7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Корзина с товарами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088DE4-9262-28FA-7525-C7896DB761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76" y="2245973"/>
            <a:ext cx="7159400" cy="445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38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Страница «Избранное»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581754-6939-4472-CE87-FD87164F1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76" y="2266865"/>
            <a:ext cx="8126586" cy="423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5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Личный кабинет пользователя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6F7F45-1BAD-D1EB-0402-11D8223E0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76" y="2250299"/>
            <a:ext cx="7772400" cy="407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29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903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React </a:t>
            </a:r>
            <a:r>
              <a:rPr lang="en-US" sz="2600" dirty="0" err="1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toastify</a:t>
            </a: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 – </a:t>
            </a: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примеры уведомлений</a:t>
            </a:r>
          </a:p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4935A0-5618-7960-6758-FA784D57F0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2348880"/>
            <a:ext cx="7772400" cy="262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62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" name="Google Shape;73;p2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74;p2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75;p2"/>
          <p:cNvSpPr/>
          <p:nvPr/>
        </p:nvSpPr>
        <p:spPr bwMode="auto">
          <a:xfrm>
            <a:off x="522360" y="929879"/>
            <a:ext cx="1094796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>
                <a:solidFill>
                  <a:srgbClr val="082326"/>
                </a:solidFill>
                <a:latin typeface="Montserrat ExtraBold"/>
                <a:ea typeface="Montserrat ExtraBold"/>
              </a:rPr>
              <a:t>Shortlist кандидатов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76;p2"/>
          <p:cNvSpPr/>
          <p:nvPr/>
        </p:nvSpPr>
        <p:spPr bwMode="auto">
          <a:xfrm>
            <a:off x="527400" y="1364040"/>
            <a:ext cx="109432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800" b="1" u="none" strike="noStrike">
                <a:solidFill>
                  <a:schemeClr val="dk1"/>
                </a:solidFill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" name="Google Shape;77;p2"/>
          <p:cNvCxnSpPr>
            <a:cxnSpLocks/>
          </p:cNvCxnSpPr>
          <p:nvPr/>
        </p:nvCxnSpPr>
        <p:spPr bwMode="auto">
          <a:xfrm>
            <a:off x="0" y="34502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7" name="Google Shape;78;p2"/>
          <p:cNvCxnSpPr>
            <a:cxnSpLocks/>
          </p:cNvCxnSpPr>
          <p:nvPr/>
        </p:nvCxnSpPr>
        <p:spPr bwMode="auto">
          <a:xfrm>
            <a:off x="0" y="41630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9;p2"/>
          <p:cNvCxnSpPr>
            <a:cxnSpLocks/>
          </p:cNvCxnSpPr>
          <p:nvPr/>
        </p:nvCxnSpPr>
        <p:spPr bwMode="auto">
          <a:xfrm>
            <a:off x="0" y="48758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59" name="Google Shape;80;p2"/>
          <p:cNvSpPr/>
          <p:nvPr/>
        </p:nvSpPr>
        <p:spPr bwMode="auto">
          <a:xfrm>
            <a:off x="522360" y="2203200"/>
            <a:ext cx="200772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Название проекта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1;p2"/>
          <p:cNvSpPr/>
          <p:nvPr/>
        </p:nvSpPr>
        <p:spPr bwMode="auto">
          <a:xfrm>
            <a:off x="4216680" y="2203200"/>
            <a:ext cx="270216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Какую бизнес-задачу решаем?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2"/>
          <p:cNvSpPr/>
          <p:nvPr/>
        </p:nvSpPr>
        <p:spPr bwMode="auto">
          <a:xfrm>
            <a:off x="8605080" y="2203200"/>
            <a:ext cx="336024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Краткое описание </a:t>
            </a:r>
            <a:br>
              <a:rPr sz="1400"/>
            </a:br>
            <a:r>
              <a:rPr lang="ru-RU" sz="1200" b="1" u="none" strike="noStrike">
                <a:solidFill>
                  <a:schemeClr val="dk1"/>
                </a:solidFill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lang="ru-RU" sz="12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" name="Google Shape;83;p2"/>
          <p:cNvCxnSpPr>
            <a:cxnSpLocks/>
          </p:cNvCxnSpPr>
          <p:nvPr/>
        </p:nvCxnSpPr>
        <p:spPr bwMode="auto">
          <a:xfrm>
            <a:off x="87840" y="558828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3" name="Google Shape;84;p2"/>
          <p:cNvCxnSpPr>
            <a:cxnSpLocks/>
          </p:cNvCxnSpPr>
          <p:nvPr/>
        </p:nvCxnSpPr>
        <p:spPr bwMode="auto">
          <a:xfrm flipV="1">
            <a:off x="334548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5;p2"/>
          <p:cNvCxnSpPr>
            <a:cxnSpLocks/>
          </p:cNvCxnSpPr>
          <p:nvPr/>
        </p:nvCxnSpPr>
        <p:spPr bwMode="auto">
          <a:xfrm flipV="1">
            <a:off x="770400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5" name="Google Shape;86;p2"/>
          <p:cNvPicPr/>
          <p:nvPr/>
        </p:nvPicPr>
        <p:blipFill>
          <a:blip r:embed="rId4"/>
          <a:srcRect l="10" r="7"/>
          <a:stretch/>
        </p:blipFill>
        <p:spPr bwMode="auto">
          <a:xfrm>
            <a:off x="1080" y="0"/>
            <a:ext cx="121892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 bwMode="auto">
          <a:xfrm>
            <a:off x="635040" y="1991160"/>
            <a:ext cx="8900279" cy="18189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5400" b="1" dirty="0">
                <a:solidFill>
                  <a:srgbClr val="082326"/>
                </a:solidFill>
                <a:latin typeface="Montserrat"/>
                <a:ea typeface="Montserrat"/>
              </a:rPr>
              <a:t>Выводы</a:t>
            </a:r>
            <a:endParaRPr lang="ru-RU" sz="5400" b="0" u="none" strike="noStrike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9066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3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4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9344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Выводы по итогу обучения по программе «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на </a:t>
            </a:r>
            <a:r>
              <a:rPr lang="ru-RU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ReactJS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</a:rPr>
              <a:t>: продвинутый уровень»</a:t>
            </a: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479402" y="2924824"/>
            <a:ext cx="10947960" cy="16833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Знакомство с </a:t>
            </a:r>
            <a:r>
              <a:rPr lang="ru-RU" dirty="0" err="1"/>
              <a:t>React</a:t>
            </a:r>
            <a:r>
              <a:rPr lang="ru-RU" dirty="0"/>
              <a:t> 19 и применение его новых инструментов на практике</a:t>
            </a:r>
            <a:endParaRPr lang="ru-RU" sz="2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Использование и сравнение других сборщиков, помимо с </a:t>
            </a:r>
            <a:r>
              <a:rPr lang="ru-RU" dirty="0" err="1"/>
              <a:t>Webpack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Освоение и применение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Hook</a:t>
            </a:r>
            <a:r>
              <a:rPr lang="ru-RU" dirty="0"/>
              <a:t> Form вкупе и валидатором </a:t>
            </a:r>
            <a:r>
              <a:rPr lang="ru-RU" dirty="0" err="1"/>
              <a:t>Zod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Более глубокое погружение в инструменты оптимизации и их применение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D2119-26F8-38C0-E23C-D176044A5F06}"/>
              </a:ext>
            </a:extLst>
          </p:cNvPr>
          <p:cNvSpPr txBox="1"/>
          <p:nvPr/>
        </p:nvSpPr>
        <p:spPr>
          <a:xfrm>
            <a:off x="459119" y="2061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6AA5FF-AD65-818F-71AA-906DC229C53C}"/>
              </a:ext>
            </a:extLst>
          </p:cNvPr>
          <p:cNvSpPr txBox="1"/>
          <p:nvPr/>
        </p:nvSpPr>
        <p:spPr>
          <a:xfrm>
            <a:off x="479402" y="2071425"/>
            <a:ext cx="6840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 рамках курса я открыл для себя новые темы, которые</a:t>
            </a:r>
            <a:r>
              <a:rPr lang="en-US" b="1" dirty="0"/>
              <a:t> </a:t>
            </a:r>
            <a:r>
              <a:rPr lang="ru-RU" b="1" dirty="0"/>
              <a:t>обязательно буду использовать в повседневной работе:</a:t>
            </a:r>
          </a:p>
        </p:txBody>
      </p:sp>
    </p:spTree>
    <p:extLst>
      <p:ext uri="{BB962C8B-B14F-4D97-AF65-F5344CB8AC3E}">
        <p14:creationId xmlns:p14="http://schemas.microsoft.com/office/powerpoint/2010/main" val="274031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DA23E27-517E-8BE4-C70D-0E5F947BE6F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>
            <a:extLst>
              <a:ext uri="{FF2B5EF4-FFF2-40B4-BE49-F238E27FC236}">
                <a16:creationId xmlns:a16="http://schemas.microsoft.com/office/drawing/2014/main" id="{85B51261-38EA-5521-F6BD-910FE8D00543}"/>
              </a:ext>
            </a:extLst>
          </p:cNvPr>
          <p:cNvPicPr/>
          <p:nvPr/>
        </p:nvPicPr>
        <p:blipFill>
          <a:blip r:embed="rId3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>
            <a:extLst>
              <a:ext uri="{FF2B5EF4-FFF2-40B4-BE49-F238E27FC236}">
                <a16:creationId xmlns:a16="http://schemas.microsoft.com/office/drawing/2014/main" id="{3C3B704B-F3F7-5E47-E491-865646DF2F3E}"/>
              </a:ext>
            </a:extLst>
          </p:cNvPr>
          <p:cNvPicPr/>
          <p:nvPr/>
        </p:nvPicPr>
        <p:blipFill>
          <a:blip r:embed="rId4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>
            <a:extLst>
              <a:ext uri="{FF2B5EF4-FFF2-40B4-BE49-F238E27FC236}">
                <a16:creationId xmlns:a16="http://schemas.microsoft.com/office/drawing/2014/main" id="{FD91DB19-FBDF-B06E-7B94-68C9A31C6291}"/>
              </a:ext>
            </a:extLst>
          </p:cNvPr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СПАСИБО </a:t>
            </a:r>
            <a:r>
              <a:rPr lang="ru-RU" sz="2400" dirty="0"/>
              <a:t>☺️</a:t>
            </a:r>
            <a:endParaRPr lang="ru-RU" sz="24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C8057-86D9-A702-6E4C-451D3C7DE7D0}"/>
              </a:ext>
            </a:extLst>
          </p:cNvPr>
          <p:cNvSpPr txBox="1"/>
          <p:nvPr/>
        </p:nvSpPr>
        <p:spPr>
          <a:xfrm>
            <a:off x="554760" y="3633001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/>
              <a:t>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FD93AC-4804-C6C2-41B4-525735E1CE1D}"/>
              </a:ext>
            </a:extLst>
          </p:cNvPr>
          <p:cNvSpPr txBox="1"/>
          <p:nvPr/>
        </p:nvSpPr>
        <p:spPr>
          <a:xfrm>
            <a:off x="509310" y="1655339"/>
            <a:ext cx="9709325" cy="1305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/>
              <a:t>Выражаю благодарность авторам, кураторам 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и всем причастным за этот полезный и интересный курс!</a:t>
            </a:r>
          </a:p>
        </p:txBody>
      </p:sp>
    </p:spTree>
    <p:extLst>
      <p:ext uri="{BB962C8B-B14F-4D97-AF65-F5344CB8AC3E}">
        <p14:creationId xmlns:p14="http://schemas.microsoft.com/office/powerpoint/2010/main" val="37590297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273</Words>
  <Application>Microsoft Macintosh PowerPoint</Application>
  <DocSecurity>0</DocSecurity>
  <PresentationFormat>Широкоэкранный</PresentationFormat>
  <Paragraphs>48</Paragraphs>
  <Slides>14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Arial</vt:lpstr>
      <vt:lpstr>Calibri</vt:lpstr>
      <vt:lpstr>Montserrat</vt:lpstr>
      <vt:lpstr>Montserrat ExtraBold</vt:lpstr>
      <vt:lpstr>Montserrat SemiBold</vt:lpstr>
      <vt:lpstr>Play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synkka synkka</dc:creator>
  <cp:keywords/>
  <dc:description/>
  <cp:lastModifiedBy>Соломин Евгений Дмитриевич</cp:lastModifiedBy>
  <cp:revision>21</cp:revision>
  <dcterms:created xsi:type="dcterms:W3CDTF">2022-04-05T09:52:12Z</dcterms:created>
  <dcterms:modified xsi:type="dcterms:W3CDTF">2026-08-25T12:39:35Z</dcterms:modified>
  <cp:category/>
  <dc:identifier/>
  <cp:contentStatus/>
  <dc:language>ru-RU</dc:language>
  <cp:version/>
</cp:coreProperties>
</file>